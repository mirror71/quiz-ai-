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yourselves and the project: QuizAI, an AI project under the Generative AI topic. One sentence: 'QuizAI turns any PDF or PowerPoint into an interactive multiple-choice quiz using Google Gemini.' Group of 3, code on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Motivation: making quiz questions by hand is slow; students need quick self-assessment. Solution: upload a document, the AI writes a 10-question quiz with answers and explanations, taken interactively. Point at the bottom banner showing the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 steps left to right. Emphasize step 3 (Gemini returns strict JSON) and step 4 (we validate/repair it). Bottom line shows the architecture: React, Express, Gemini.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React, Node/Express, and Gemini. Point to features that show polish: instant feedback, score/review, robustness. Use the mini diagram to show the three-tier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we tested scientifically: 10 fact-checked docs across 6 subjects, quizzes generated across 3 models, objective metrics measured. Walk the audience through the summary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numbers for gemini-2.5-flash: 100% success, exactly 10 questions, 100% valid JSON first try, ~12 seconds. Point at the chart comparing success and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most interesting result: position bias — chose C 56% and never A. Matches a known research finding (Zhao et al., 2021). Real quality issue; simple fix is shuffling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app flow: upload screen, quiz screen with feedback, score screen. If possible, do a LIVE demo here at localhost:5000, or replace the boxes with real screenshots beforehand.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up: we built, evaluated, and deployed a complete Generative AI app. Mention future work (shuffle options, OCR, difficulty, cloud). 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note the key academic sources that informed the project, especially Zhao et al. (2021) for the bias finding and the Gemini technical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10332720" cy="1371600"/>
          </a:xfrm>
        </p:spPr>
        <p:txBody>
          <a:bodyPr/>
          <a:lstStyle/>
          <a:p>
            <a:pPr algn="ctr"/>
            <a:r>
              <a:rPr sz="6000" b="1">
                <a:solidFill>
                  <a:srgbClr val="2E4E8A"/>
                </a:solidFill>
              </a:rPr>
              <a:t>QuizAI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108960"/>
            <a:ext cx="10332720" cy="2377440"/>
          </a:xfrm>
        </p:spPr>
        <p:txBody>
          <a:bodyPr wrap="square"/>
          <a:lstStyle/>
          <a:p>
            <a:pPr algn="ctr">
              <a:spcAft>
                <a:spcPts val="800"/>
              </a:spcAft>
            </a:pPr>
            <a:r>
              <a:rPr sz="2400" b="0">
                <a:solidFill>
                  <a:srgbClr val="262626"/>
                </a:solidFill>
                <a:latin typeface="Calibri"/>
              </a:rPr>
              <a:t>AI-Powered Quiz Generator from PDF &amp; PowerPoint</a:t>
            </a:r>
          </a:p>
          <a:p>
            <a:pPr algn="ctr">
              <a:spcAft>
                <a:spcPts val="8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Artificial Intelligence Project  ·  Topic: Generative AI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Group Members:  1. Mohamed Gasem · 2. Maulid Yuswan Hidayat · 3. Mohamed Ahmed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github.com/Mirror71/Quiz-Ai-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36208"/>
            <a:ext cx="12191695" cy="508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The Problem &amp;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E4E8A"/>
                </a:solidFill>
                <a:latin typeface="Calibri"/>
              </a:rPr>
              <a:t>❗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Creating quiz questions from study material is slow and tedious.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Students need fast self-assessment to test understanding.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Good options + explanations need effort and expertise.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3328" y="1554480"/>
            <a:ext cx="25400" cy="2743200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E4E8A"/>
                </a:solidFill>
                <a:latin typeface="Calibri"/>
              </a:rPr>
              <a:t>✅ Our Solution: QuizAI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Upload any PDF or PowerPoint document.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Gemini AI reads it and writes a 10-question quiz.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Take it interactively: feedback, explanations &amp; a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937760"/>
            <a:ext cx="9784080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937760"/>
            <a:ext cx="9784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2E4E8A"/>
                </a:solidFill>
                <a:latin typeface="Calibri"/>
              </a:rPr>
              <a:t>📄  Upload Document     →     🤖  Gemini AI Reads It     →     ❓  10-Question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94560"/>
            <a:ext cx="1999427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999427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9994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9994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E4E8A"/>
                </a:solidFill>
                <a:latin typeface="Calibri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429000"/>
            <a:ext cx="1853123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User drops a PDF / PPTX (max 10 MB)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22387" y="2194560"/>
            <a:ext cx="1999427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22387" y="2194560"/>
            <a:ext cx="1999427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2387" y="2194560"/>
            <a:ext cx="19994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2387" y="2971800"/>
            <a:ext cx="19994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E4E8A"/>
                </a:solidFill>
                <a:latin typeface="Calibri"/>
              </a:rP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3429000"/>
            <a:ext cx="1853123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Server extracts text (pdf-parse / slide XML)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6134" y="2194560"/>
            <a:ext cx="1999427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6134" y="2194560"/>
            <a:ext cx="1999427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6134" y="2194560"/>
            <a:ext cx="19994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134" y="2971800"/>
            <a:ext cx="19994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E4E8A"/>
                </a:solidFill>
                <a:latin typeface="Calibri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9286" y="3429000"/>
            <a:ext cx="1853123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Gemini returns a 10-question quiz as 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9881" y="2194560"/>
            <a:ext cx="1999427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9881" y="2194560"/>
            <a:ext cx="1999427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9881" y="2194560"/>
            <a:ext cx="19994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9881" y="2971800"/>
            <a:ext cx="19994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E4E8A"/>
                </a:solidFill>
                <a:latin typeface="Calibri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033" y="3429000"/>
            <a:ext cx="1853123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JSON parsed, repaired &amp; schema-checked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3628" y="2194560"/>
            <a:ext cx="1999427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3628" y="2194560"/>
            <a:ext cx="1999427" cy="6400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3628" y="2194560"/>
            <a:ext cx="1999427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3628" y="2971800"/>
            <a:ext cx="199942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E4E8A"/>
                </a:solidFill>
                <a:latin typeface="Calibri"/>
              </a:rPr>
              <a:t>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3429000"/>
            <a:ext cx="1853123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Interactive quiz → feedback →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E4E8A"/>
                </a:solidFill>
                <a:latin typeface="Calibri"/>
              </a:rPr>
              <a:t>Browser (React)  →  Express API (Node.js)  →  Google Gemini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Technology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E4E8A"/>
                </a:solidFill>
                <a:latin typeface="Calibri"/>
              </a:rPr>
              <a:t>🛠️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Frontend: React + Vite + Tailwind CSS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Backend: Node.js + Express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AI Model: Google Gemini (gemini-2.5-flash)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Parsing: pdf-parse + JSZip (PPTX)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E4E8A"/>
                </a:solidFill>
                <a:latin typeface="Calibri"/>
              </a:rPr>
              <a:t>✨ 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Drag-and-drop upload with validation.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Instant green / red answer feedback.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Score screen with per-question review.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Robust: auto-retry + model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95959"/>
                </a:solidFill>
                <a:latin typeface="Calibri"/>
              </a:rP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37760"/>
            <a:ext cx="3362858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937760"/>
            <a:ext cx="82296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336285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4E8A"/>
                </a:solidFill>
                <a:latin typeface="Calibri"/>
              </a:rPr>
              <a:t>React Frontend
(browser)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1498" y="4937760"/>
            <a:ext cx="502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4418" y="4937760"/>
            <a:ext cx="3362858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4418" y="4937760"/>
            <a:ext cx="82296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4418" y="4937760"/>
            <a:ext cx="336285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4E8A"/>
                </a:solidFill>
                <a:latin typeface="Calibri"/>
              </a:rPr>
              <a:t>Express API
(Node.js)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7276" y="4937760"/>
            <a:ext cx="502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0196" y="4937760"/>
            <a:ext cx="3362858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0196" y="4937760"/>
            <a:ext cx="82296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196" y="4937760"/>
            <a:ext cx="336285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4E8A"/>
                </a:solidFill>
                <a:latin typeface="Calibri"/>
              </a:rPr>
              <a:t>Google Gemini API
(AI model)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Dataset &amp; Evaluation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E4E8A"/>
                </a:solidFill>
                <a:latin typeface="Calibri"/>
              </a:rPr>
              <a:t>📚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10 fact-verified educational documents.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6 domains (Biology, Physics, History…).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Avg ~1,750 characters each; sources cited.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E4E8A"/>
                </a:solidFill>
                <a:latin typeface="Calibri"/>
              </a:rPr>
              <a:t>🔬 How We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1168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Generated quizzes across 3 Gemini models.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Measured success, latency, JSON validity.</a:t>
            </a:r>
          </a:p>
          <a:p>
            <a:pPr>
              <a:spcAft>
                <a:spcPts val="1100"/>
              </a:spcAft>
            </a:pPr>
            <a:r>
              <a:rPr sz="1800">
                <a:solidFill>
                  <a:srgbClr val="262626"/>
                </a:solidFill>
                <a:latin typeface="Calibri"/>
              </a:rPr>
              <a:t>•  Checked answer-position balance (bias).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95959"/>
                </a:solidFill>
                <a:latin typeface="Calibri"/>
              </a:rPr>
              <a:t>Dataset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52628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Documents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Domains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Avg length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Models tested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Total quiz runs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~1,750 chars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gemini-2.5-flash: 100% success.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Exactly 10 questions each.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100% valid JSON (first try).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~12 s average per quiz.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Reliable for real-time use.</a:t>
            </a:r>
          </a:p>
        </p:txBody>
      </p:sp>
      <p:pic>
        <p:nvPicPr>
          <p:cNvPr id="5" name="Picture 4" descr="03_success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03120"/>
            <a:ext cx="7223760" cy="2713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Key Finding: Answer-Position Bias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Model favored some answer slots.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Chose 'C' 56% of the time…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…and never 'A' (0%).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Known LLM bias (Zhao 2021).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262626"/>
                </a:solidFill>
                <a:latin typeface="Calibri"/>
              </a:rPr>
              <a:t>•  Fix: shuffle options per question.</a:t>
            </a:r>
          </a:p>
        </p:txBody>
      </p:sp>
      <p:pic>
        <p:nvPicPr>
          <p:cNvPr id="5" name="Picture 4" descr="04_answer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37360"/>
            <a:ext cx="7223760" cy="35675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Application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332378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332378" cy="5943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33237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Upload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96661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Drag &amp; drop a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PDF / PPTX file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→ Generate 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1737360"/>
            <a:ext cx="3332378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9658" y="1737360"/>
            <a:ext cx="3332378" cy="5943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9658" y="1737360"/>
            <a:ext cx="333237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Quiz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2743200"/>
            <a:ext cx="296661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Question 3 of 10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[A] [B] [C] [D]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instant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10676" y="1737360"/>
            <a:ext cx="3332378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0676" y="1737360"/>
            <a:ext cx="3332378" cy="59436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1737360"/>
            <a:ext cx="333237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Score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3556" y="2743200"/>
            <a:ext cx="296661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You scored 8/10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80%  🎉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review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95959"/>
                </a:solidFill>
                <a:latin typeface="Calibri"/>
              </a:rPr>
              <a:t>Live demo at http://localhost:5000  ·  (replace these boxes with real screenshots)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•  Built a complete Generative AI app: documents → interactive quizzes.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•  gemini-2.5-flash generates reliable, well-structured quizzes (100% success).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•  Evaluation revealed a measurable, fixable answer-position bias.</a:t>
            </a:r>
          </a:p>
          <a:p>
            <a:pPr>
              <a:spcAft>
                <a:spcPts val="1100"/>
              </a:spcAft>
            </a:pPr>
            <a:r>
              <a:rPr sz="1900">
                <a:solidFill>
                  <a:srgbClr val="262626"/>
                </a:solidFill>
                <a:latin typeface="Calibri"/>
              </a:rPr>
              <a:t>•  Deployed and running locally; full code on GitHub.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4E8A"/>
                </a:solidFill>
                <a:latin typeface="Calibri"/>
              </a:rPr>
              <a:t>🚀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663440"/>
            <a:ext cx="2396413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663440"/>
            <a:ext cx="82296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239641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4E8A"/>
                </a:solidFill>
                <a:latin typeface="Calibri"/>
              </a:rPr>
              <a:t>Shuffle answer
options (fix bias)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5053" y="4663440"/>
            <a:ext cx="502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973" y="4663440"/>
            <a:ext cx="2396413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973" y="4663440"/>
            <a:ext cx="82296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973" y="4663440"/>
            <a:ext cx="239641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4E8A"/>
                </a:solidFill>
                <a:latin typeface="Calibri"/>
              </a:rPr>
              <a:t>OCR for scanned
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4386" y="4663440"/>
            <a:ext cx="502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7306" y="4663440"/>
            <a:ext cx="2396413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7306" y="4663440"/>
            <a:ext cx="82296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7306" y="4663440"/>
            <a:ext cx="239641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4E8A"/>
                </a:solidFill>
                <a:latin typeface="Calibri"/>
              </a:rPr>
              <a:t>Configurable
difficulty &amp; 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3719" y="4663440"/>
            <a:ext cx="502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4472C4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6639" y="4663440"/>
            <a:ext cx="2396413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6639" y="4663440"/>
            <a:ext cx="82296" cy="9144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6639" y="4663440"/>
            <a:ext cx="2396413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E4E8A"/>
                </a:solidFill>
                <a:latin typeface="Calibri"/>
              </a:rPr>
              <a:t>Public cloud
deployment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327648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github.com/Mirror71/Quiz-Ai-      ·      Thank you!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914400"/>
          </a:xfrm>
        </p:spPr>
        <p:txBody>
          <a:bodyPr/>
          <a:lstStyle/>
          <a:p>
            <a:r>
              <a:rPr sz="3200" b="1">
                <a:solidFill>
                  <a:srgbClr val="2E4E8A"/>
                </a:solidFill>
              </a:rPr>
              <a:t>References (Daftar Pustaka)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1.  Brown, T. B., et al. (2020). Language models are few-shot learners. NeurIPS, 33.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2.  Gemini Team, Google. (2023). Gemini: A family of highly capable multimodal models. arXiv:2312.11805.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3.  Kasneci, E., et al. (2023). ChatGPT for good? On opportunities and challenges of large language models for education. Learning and Individual Differences, 103.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4.  Kurdi, G., et al. (2020). A systematic review of automatic question generation for educational purposes. IJAIED, 30(1).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262626"/>
                </a:solidFill>
                <a:latin typeface="Calibri"/>
              </a:rPr>
              <a:t>5.  Zhao, Z., et al. (2021). Calibrate before use: Improving few-shot performance of language models. ICML, 139.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